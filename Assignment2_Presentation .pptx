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4B7753-4BAA-45D1-A3C5-313E9B4B7BB3}" v="1" dt="2026-04-03T16:27:07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oum Legesse" userId="9c99ca2a029afae8" providerId="LiveId" clId="{00A01330-83FB-4E6A-8146-EE0B821B2F98}"/>
    <pc:docChg chg="modSld">
      <pc:chgData name="Nahoum Legesse" userId="9c99ca2a029afae8" providerId="LiveId" clId="{00A01330-83FB-4E6A-8146-EE0B821B2F98}" dt="2026-04-03T16:27:07.690" v="0"/>
      <pc:docMkLst>
        <pc:docMk/>
      </pc:docMkLst>
      <pc:sldChg chg="modSp">
        <pc:chgData name="Nahoum Legesse" userId="9c99ca2a029afae8" providerId="LiveId" clId="{00A01330-83FB-4E6A-8146-EE0B821B2F98}" dt="2026-04-03T16:27:07.690" v="0"/>
        <pc:sldMkLst>
          <pc:docMk/>
          <pc:sldMk cId="0" sldId="259"/>
        </pc:sldMkLst>
        <pc:spChg chg="mod">
          <ac:chgData name="Nahoum Legesse" userId="9c99ca2a029afae8" providerId="LiveId" clId="{00A01330-83FB-4E6A-8146-EE0B821B2F98}" dt="2026-04-03T16:27:07.690" v="0"/>
          <ac:spMkLst>
            <pc:docMk/>
            <pc:sldMk cId="0" sldId="259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645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E8E6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Cine</a:t>
            </a:r>
            <a:r>
              <a:rPr kumimoji="0" lang="en-US" sz="8800" b="1" i="1" u="none" strike="noStrike" kern="1200" cap="none" spc="0" normalizeH="0" baseline="0" noProof="0" dirty="0">
                <a:ln>
                  <a:noFill/>
                </a:ln>
                <a:solidFill>
                  <a:srgbClr val="C8F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A787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Movie Review Web Application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2971800"/>
            <a:ext cx="2743200" cy="27432"/>
          </a:xfrm>
          <a:prstGeom prst="rect">
            <a:avLst/>
          </a:prstGeom>
          <a:solidFill>
            <a:srgbClr val="7A7871"/>
          </a:solidFill>
          <a:ln w="12700">
            <a:solidFill>
              <a:srgbClr val="7A78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A787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CST8326 Web Programming  ·  Group 40   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Gueye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6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· </a:t>
            </a: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Nahoum Legesse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6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·  Ruoyu Gong  ·  Michel Lienou Zeitcheu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CineReview is a website where users can browse and review movies. Built with Node.js, Express, MongoDB Atlas, and Pug templates.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2011680" cy="2651760"/>
          </a:xfrm>
          <a:prstGeom prst="rect">
            <a:avLst/>
          </a:prstGeom>
          <a:solidFill>
            <a:srgbClr val="16171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and log 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2011680" cy="2651760"/>
          </a:xfrm>
          <a:prstGeom prst="rect">
            <a:avLst/>
          </a:prstGeom>
          <a:solidFill>
            <a:srgbClr val="16171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Filter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108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 or filter by genre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1920240"/>
            <a:ext cx="2011680" cy="2651760"/>
          </a:xfrm>
          <a:prstGeom prst="rect">
            <a:avLst/>
          </a:prstGeom>
          <a:solidFill>
            <a:srgbClr val="16171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70916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91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Reviews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108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movies 1–5 stars and share your thoughts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920240"/>
            <a:ext cx="2011680" cy="2651760"/>
          </a:xfrm>
          <a:prstGeom prst="rect">
            <a:avLst/>
          </a:prstGeom>
          <a:solidFill>
            <a:srgbClr val="16171F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85800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108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edit all your reviews in one place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71F"/>
          </a:solidFill>
          <a:ln w="12700">
            <a:solidFill>
              <a:srgbClr val="16171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40080"/>
            <a:ext cx="658368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005840"/>
            <a:ext cx="137160" cy="137160"/>
          </a:xfrm>
          <a:prstGeom prst="ellipse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315200" y="9784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starting point for users to either browse or sign up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086600" y="1783080"/>
            <a:ext cx="137160" cy="137160"/>
          </a:xfrm>
          <a:prstGeom prst="ellipse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7315200" y="1755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recently added movies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2560320"/>
            <a:ext cx="137160" cy="137160"/>
          </a:xfrm>
          <a:prstGeom prst="ellipse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7315200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easy to navigate layout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3337560"/>
            <a:ext cx="137160" cy="137160"/>
          </a:xfrm>
          <a:prstGeom prst="ellipse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7315200" y="33101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 keeps main actions accessible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4087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71F"/>
          </a:solidFill>
          <a:ln w="12700">
            <a:solidFill>
              <a:srgbClr val="16171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Movies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40080"/>
            <a:ext cx="658368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005840"/>
            <a:ext cx="137160" cy="137160"/>
          </a:xfrm>
          <a:prstGeom prst="ellipse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315200" y="9784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layout for easy browsing of multiple movies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086600" y="1783080"/>
            <a:ext cx="137160" cy="137160"/>
          </a:xfrm>
          <a:prstGeom prst="ellipse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7315200" y="1755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movies by title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2560320"/>
            <a:ext cx="137160" cy="137160"/>
          </a:xfrm>
          <a:prstGeom prst="ellipse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7315200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movies by genre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3337560"/>
            <a:ext cx="137160" cy="137160"/>
          </a:xfrm>
          <a:prstGeom prst="ellipse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7315200" y="33101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results update based on user input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4087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71F"/>
          </a:solidFill>
          <a:ln w="12700">
            <a:solidFill>
              <a:srgbClr val="16171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 Page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40080"/>
            <a:ext cx="658368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914400"/>
            <a:ext cx="137160" cy="137160"/>
          </a:xfrm>
          <a:prstGeom prst="ellipse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315200" y="886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detailed information about each movie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086600" y="1609344"/>
            <a:ext cx="137160" cy="137160"/>
          </a:xfrm>
          <a:prstGeom prst="ellipse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7315200" y="15819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rate movies and share their thoughts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2304288"/>
            <a:ext cx="137160" cy="137160"/>
          </a:xfrm>
          <a:prstGeom prst="ellipse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731520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delete reviews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2999232"/>
            <a:ext cx="137160" cy="137160"/>
          </a:xfrm>
          <a:prstGeom prst="ellipse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731520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reviews from other users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36667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4361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71F"/>
          </a:solidFill>
          <a:ln w="12700">
            <a:solidFill>
              <a:srgbClr val="16171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40080"/>
            <a:ext cx="658368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914400"/>
            <a:ext cx="137160" cy="137160"/>
          </a:xfrm>
          <a:prstGeom prst="ellipse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315200" y="886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dashboard with user information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086600" y="1609344"/>
            <a:ext cx="137160" cy="137160"/>
          </a:xfrm>
          <a:prstGeom prst="ellipse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7315200" y="15819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submitted reviews in one place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2304288"/>
            <a:ext cx="137160" cy="137160"/>
          </a:xfrm>
          <a:prstGeom prst="ellipse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731520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delete reviews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2999232"/>
            <a:ext cx="137160" cy="137160"/>
          </a:xfrm>
          <a:prstGeom prst="ellipse">
            <a:avLst/>
          </a:prstGeom>
          <a:solidFill>
            <a:srgbClr val="60C8F0"/>
          </a:solidFill>
          <a:ln w="12700">
            <a:solidFill>
              <a:srgbClr val="60C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731520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overview of your review activity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36667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4361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F060"/>
          </a:solidFill>
          <a:ln w="12700">
            <a:solidFill>
              <a:srgbClr val="C8F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</a:t>
            </a:r>
            <a:r>
              <a:rPr lang="en-US" sz="1600" b="1" i="1" dirty="0">
                <a:solidFill>
                  <a:srgbClr val="6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Nahom Legesse  ·  Boris Gueye  ·  Ruoyu Gong  ·  Michel Lienou Zeitcheu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221</Words>
  <Application>Microsoft Office PowerPoint</Application>
  <PresentationFormat>On-screen Show (16:9)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Nahoum Legesse</cp:lastModifiedBy>
  <cp:revision>2</cp:revision>
  <dcterms:created xsi:type="dcterms:W3CDTF">2026-04-03T02:16:34Z</dcterms:created>
  <dcterms:modified xsi:type="dcterms:W3CDTF">2026-04-03T16:27:18Z</dcterms:modified>
</cp:coreProperties>
</file>